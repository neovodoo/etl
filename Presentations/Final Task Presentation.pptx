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6a3e371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6a3e371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ccbb96b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0ccbb96b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e027a42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0e027a42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e027a42f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e027a42f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e027a42f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e027a42f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e027a42f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e027a42f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e027a42f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e027a42f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f6a3e371d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f6a3e371d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ccbb96b4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0ccbb96b4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ccbb96b4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ccbb96b4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ccbb96b4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0ccbb96b4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6a3e371d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6a3e371d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cbb96b4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cbb96b4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cbb96b4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ccbb96b4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6a3e371d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6a3e371d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ccbb96b4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ccbb96b4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d94d9d77b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d94d9d77b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e027a42f1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e027a42f1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f6a3e371d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f6a3e371d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ccbb96b4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0ccbb96b4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e7b8afa35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e7b8afa35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e7b8afa3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e7b8afa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e7b8afa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0e7b8afa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e7b8afa35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e7b8afa35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5e49ec3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f5e49ec3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e7b8afa3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e7b8afa3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ccbb96b4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0ccbb96b4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Neovodoo/ET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2.jpg"/><Relationship Id="rId7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ETL service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Requirements and analysis model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description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ETL service for private data cleansing Data quality and availability is important for applications running in the framework. The framework defines so-called data modules stored on S3 or in a RDBMS. A data module is described by a json-ld compatible metadata, a collection protocol and the versioned data. The ETL service would extract data from internal corporate systems, cleanse, merge, anonymize, transform the data and upload it to a new version of a data module. Then the module can be used by machine learning applications deployed on the framework.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Team: </a:t>
            </a:r>
            <a:r>
              <a:rPr lang="en-GB"/>
              <a:t>Anoshenko Daniil, Rogoza Kirill, Sergey Rogachev, Pham Manh, Denune Pravira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Repo</a:t>
            </a:r>
            <a:r>
              <a:rPr lang="en-GB"/>
              <a:t>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https://github.com/Neovodoo/ETL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69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Roles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246275" y="1152475"/>
            <a:ext cx="2325600" cy="3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u="sng">
                <a:solidFill>
                  <a:schemeClr val="dk1"/>
                </a:solidFill>
              </a:rPr>
              <a:t>DevOps Engineer</a:t>
            </a:r>
            <a:endParaRPr b="1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GB"/>
              <a:t>Devops engineers can integrate our service into products for continuous delivery of dataset to the trained model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br>
              <a:rPr lang="en-GB" u="sng"/>
            </a:br>
            <a:br>
              <a:rPr lang="en-GB" u="sng"/>
            </a:br>
            <a:r>
              <a:rPr b="1" lang="en-GB" u="sng">
                <a:solidFill>
                  <a:schemeClr val="dk1"/>
                </a:solidFill>
              </a:rPr>
              <a:t>Data Scientists</a:t>
            </a:r>
            <a:endParaRPr b="1" u="sng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GB"/>
              <a:t>Can get good transformed dataset from source data as output of our service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6542525" y="2025175"/>
            <a:ext cx="2240100" cy="20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GB" u="sng">
                <a:solidFill>
                  <a:schemeClr val="dk1"/>
                </a:solidFill>
              </a:rPr>
              <a:t>Project Manager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GB"/>
              <a:t>Can initiate integration of our product into projects to decrease time for update their trained models in near real time mode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075" y="2187150"/>
            <a:ext cx="1715450" cy="17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825" y="1152475"/>
            <a:ext cx="1715450" cy="17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825" y="3221825"/>
            <a:ext cx="1715450" cy="17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594750" y="2285400"/>
            <a:ext cx="195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Story map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52400"/>
            <a:ext cx="839415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738" y="152400"/>
            <a:ext cx="768253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388" y="152400"/>
            <a:ext cx="681122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375" y="152400"/>
            <a:ext cx="708523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2866650" y="2285400"/>
            <a:ext cx="341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Use case diagrams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75" y="351975"/>
            <a:ext cx="7801575" cy="43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5875"/>
            <a:ext cx="8839200" cy="439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350" y="0"/>
            <a:ext cx="720293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2673150" y="2285400"/>
            <a:ext cx="360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Interaction analysis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75" y="0"/>
            <a:ext cx="9332454" cy="501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7"/>
          <p:cNvPicPr preferRelativeResize="0"/>
          <p:nvPr/>
        </p:nvPicPr>
        <p:blipFill rotWithShape="1">
          <a:blip r:embed="rId3">
            <a:alphaModFix/>
          </a:blip>
          <a:srcRect b="-669" l="0" r="0" t="669"/>
          <a:stretch/>
        </p:blipFill>
        <p:spPr>
          <a:xfrm>
            <a:off x="12" y="34650"/>
            <a:ext cx="901932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2784300" y="2285400"/>
            <a:ext cx="357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Final </a:t>
            </a:r>
            <a:r>
              <a:rPr b="1" lang="en-GB"/>
              <a:t>class diagram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3413" y="40612"/>
            <a:ext cx="4077176" cy="50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400" y="152400"/>
            <a:ext cx="675320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2976150" y="2285400"/>
            <a:ext cx="31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Detailed behavior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3"/>
          <p:cNvPicPr preferRelativeResize="0"/>
          <p:nvPr/>
        </p:nvPicPr>
        <p:blipFill rotWithShape="1">
          <a:blip r:embed="rId3">
            <a:alphaModFix/>
          </a:blip>
          <a:srcRect b="4852" l="0" r="4852" t="0"/>
          <a:stretch/>
        </p:blipFill>
        <p:spPr>
          <a:xfrm>
            <a:off x="1227350" y="0"/>
            <a:ext cx="5576224" cy="489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775" y="152400"/>
            <a:ext cx="61804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2313"/>
            <a:ext cx="8839199" cy="455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75" y="205975"/>
            <a:ext cx="795541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6550"/>
            <a:ext cx="9144000" cy="4057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Repository structure</a:t>
            </a:r>
            <a:endParaRPr/>
          </a:p>
        </p:txBody>
      </p:sp>
      <p:pic>
        <p:nvPicPr>
          <p:cNvPr id="193" name="Google Shape;19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375" y="1017725"/>
            <a:ext cx="746694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Repository structure</a:t>
            </a:r>
            <a:endParaRPr/>
          </a:p>
        </p:txBody>
      </p:sp>
      <p:pic>
        <p:nvPicPr>
          <p:cNvPr id="199" name="Google Shape;1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900" y="1145275"/>
            <a:ext cx="533618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>
            <p:ph type="title"/>
          </p:nvPr>
        </p:nvSpPr>
        <p:spPr>
          <a:xfrm>
            <a:off x="2867250" y="331300"/>
            <a:ext cx="278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/>
              <a:t>Team and roles </a:t>
            </a:r>
            <a:endParaRPr b="1" u="sng"/>
          </a:p>
        </p:txBody>
      </p:sp>
      <p:sp>
        <p:nvSpPr>
          <p:cNvPr id="205" name="Google Shape;205;p40"/>
          <p:cNvSpPr txBox="1"/>
          <p:nvPr>
            <p:ph idx="1" type="body"/>
          </p:nvPr>
        </p:nvSpPr>
        <p:spPr>
          <a:xfrm>
            <a:off x="2901450" y="904000"/>
            <a:ext cx="27213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Name: </a:t>
            </a:r>
            <a:r>
              <a:rPr lang="en-GB" sz="2300">
                <a:solidFill>
                  <a:schemeClr val="dk1"/>
                </a:solidFill>
              </a:rPr>
              <a:t>Grapes</a:t>
            </a:r>
            <a:br>
              <a:rPr b="1" lang="en-GB" sz="2300">
                <a:solidFill>
                  <a:schemeClr val="dk1"/>
                </a:solidFill>
              </a:rPr>
            </a:br>
            <a:r>
              <a:rPr b="1" lang="en-GB" sz="2300">
                <a:solidFill>
                  <a:schemeClr val="dk1"/>
                </a:solidFill>
              </a:rPr>
              <a:t>Group: </a:t>
            </a:r>
            <a:r>
              <a:rPr lang="en-GB" sz="2300">
                <a:solidFill>
                  <a:schemeClr val="dk1"/>
                </a:solidFill>
              </a:rPr>
              <a:t>МСПИН24</a:t>
            </a:r>
            <a:endParaRPr sz="1900">
              <a:solidFill>
                <a:srgbClr val="2892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2700"/>
          </a:p>
        </p:txBody>
      </p:sp>
      <p:sp>
        <p:nvSpPr>
          <p:cNvPr id="206" name="Google Shape;206;p40"/>
          <p:cNvSpPr txBox="1"/>
          <p:nvPr/>
        </p:nvSpPr>
        <p:spPr>
          <a:xfrm>
            <a:off x="58550" y="1464188"/>
            <a:ext cx="2967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Sergey Rogachev (</a:t>
            </a:r>
            <a:r>
              <a:rPr lang="en-GB">
                <a:solidFill>
                  <a:schemeClr val="dk1"/>
                </a:solidFill>
              </a:rPr>
              <a:t>CRC|Use Cases|Class Diagram for ETL Process</a:t>
            </a:r>
            <a:r>
              <a:rPr lang="en-GB">
                <a:solidFill>
                  <a:schemeClr val="dk1"/>
                </a:solidFill>
              </a:rPr>
              <a:t>) / </a:t>
            </a:r>
            <a:r>
              <a:rPr lang="en-GB" sz="1000">
                <a:solidFill>
                  <a:srgbClr val="2892FF"/>
                </a:solidFill>
              </a:rPr>
              <a:t>t</a:t>
            </a:r>
            <a:r>
              <a:rPr lang="en-GB" sz="1000">
                <a:solidFill>
                  <a:srgbClr val="2892FF"/>
                </a:solidFill>
              </a:rPr>
              <a:t>g:@</a:t>
            </a:r>
            <a:r>
              <a:rPr lang="en-GB" sz="1000">
                <a:solidFill>
                  <a:srgbClr val="2892FF"/>
                </a:solidFill>
              </a:rPr>
              <a:t>VRskyline</a:t>
            </a:r>
            <a:endParaRPr sz="1000">
              <a:solidFill>
                <a:srgbClr val="2892FF"/>
              </a:solidFill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3186200" y="3999900"/>
            <a:ext cx="3210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Anoshenko Daniil 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(Personas +  CRC|Use Cases|Class Diagram for DevOps)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 sz="1000">
                <a:solidFill>
                  <a:srgbClr val="2892FF"/>
                </a:solidFill>
              </a:rPr>
              <a:t>@tg:</a:t>
            </a:r>
            <a:r>
              <a:rPr lang="en-GB" sz="1000">
                <a:solidFill>
                  <a:srgbClr val="2892FF"/>
                </a:solidFill>
              </a:rPr>
              <a:t>NeoVoodoo</a:t>
            </a:r>
            <a:endParaRPr sz="1000">
              <a:solidFill>
                <a:srgbClr val="2892FF"/>
              </a:solidFill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0" y="4211500"/>
            <a:ext cx="2967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Rogoza Kirill (StoryMap + CRC|Use Cases|Class Diagram for Logging and Reporting) / </a:t>
            </a:r>
            <a:r>
              <a:rPr lang="en-GB" sz="1000">
                <a:solidFill>
                  <a:srgbClr val="2892FF"/>
                </a:solidFill>
              </a:rPr>
              <a:t>tg:@krogoza </a:t>
            </a:r>
            <a:r>
              <a:rPr lang="en-GB" sz="1000">
                <a:solidFill>
                  <a:srgbClr val="2892FF"/>
                </a:solidFill>
              </a:rPr>
              <a:t> </a:t>
            </a:r>
            <a:endParaRPr sz="1000">
              <a:solidFill>
                <a:srgbClr val="2892FF"/>
              </a:solidFill>
            </a:endParaRPr>
          </a:p>
        </p:txBody>
      </p:sp>
      <p:sp>
        <p:nvSpPr>
          <p:cNvPr id="209" name="Google Shape;209;p40"/>
          <p:cNvSpPr txBox="1"/>
          <p:nvPr/>
        </p:nvSpPr>
        <p:spPr>
          <a:xfrm>
            <a:off x="6721575" y="3999900"/>
            <a:ext cx="2276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Pham Manh (</a:t>
            </a:r>
            <a:r>
              <a:rPr lang="en-GB">
                <a:solidFill>
                  <a:schemeClr val="dk1"/>
                </a:solidFill>
              </a:rPr>
              <a:t>SIAOUT | </a:t>
            </a:r>
            <a:r>
              <a:rPr lang="en-GB">
                <a:solidFill>
                  <a:schemeClr val="dk1"/>
                </a:solidFill>
              </a:rPr>
              <a:t>Story Map | Use Cases | </a:t>
            </a:r>
            <a:r>
              <a:rPr lang="en-GB">
                <a:solidFill>
                  <a:schemeClr val="dk1"/>
                </a:solidFill>
              </a:rPr>
              <a:t>Activity Diagram for Reporting</a:t>
            </a:r>
            <a:r>
              <a:rPr lang="en-GB">
                <a:solidFill>
                  <a:schemeClr val="dk1"/>
                </a:solidFill>
              </a:rPr>
              <a:t>) / </a:t>
            </a:r>
            <a:r>
              <a:rPr lang="en-GB" sz="1000">
                <a:solidFill>
                  <a:srgbClr val="2892FF"/>
                </a:solidFill>
              </a:rPr>
              <a:t>tg:@</a:t>
            </a:r>
            <a:r>
              <a:rPr lang="en-GB" sz="1000">
                <a:solidFill>
                  <a:srgbClr val="2892FF"/>
                </a:solidFill>
              </a:rPr>
              <a:t>fammanh</a:t>
            </a:r>
            <a:endParaRPr/>
          </a:p>
        </p:txBody>
      </p:sp>
      <p:sp>
        <p:nvSpPr>
          <p:cNvPr id="210" name="Google Shape;210;p40"/>
          <p:cNvSpPr txBox="1"/>
          <p:nvPr/>
        </p:nvSpPr>
        <p:spPr>
          <a:xfrm>
            <a:off x="5899400" y="1551725"/>
            <a:ext cx="31452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Denune Pravira(SIAOUT for ETL | Use Cases | Story Map | Activity Diagram for logging)/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892FF"/>
                </a:solidFill>
              </a:rPr>
              <a:t>tg: @alanprawira</a:t>
            </a:r>
            <a:endParaRPr sz="1000">
              <a:solidFill>
                <a:srgbClr val="2892FF"/>
              </a:solidFill>
            </a:endParaRPr>
          </a:p>
        </p:txBody>
      </p:sp>
      <p:pic>
        <p:nvPicPr>
          <p:cNvPr id="211" name="Google Shape;2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0650" y="2661425"/>
            <a:ext cx="1291826" cy="122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676" y="166075"/>
            <a:ext cx="1189504" cy="122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175" y="2549418"/>
            <a:ext cx="1252601" cy="1400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4516" y="2486650"/>
            <a:ext cx="1374973" cy="14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0"/>
          <p:cNvPicPr preferRelativeResize="0"/>
          <p:nvPr/>
        </p:nvPicPr>
        <p:blipFill rotWithShape="1">
          <a:blip r:embed="rId7">
            <a:alphaModFix/>
          </a:blip>
          <a:srcRect b="7223" l="0" r="0" t="11056"/>
          <a:stretch/>
        </p:blipFill>
        <p:spPr>
          <a:xfrm>
            <a:off x="6919300" y="200175"/>
            <a:ext cx="1291826" cy="1407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