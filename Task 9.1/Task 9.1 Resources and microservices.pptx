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7E0687-CE5D-4588-AF75-C249AFFD800B}">
  <a:tblStyle styleId="{807E0687-CE5D-4588-AF75-C249AFFD80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cb7127c7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cb7127c7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422708f7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422708f7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422708f7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422708f7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422708f7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1422708f7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422708f7c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1422708f7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1422708f7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1422708f7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1422708f7c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1422708f7c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1422708f7c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1422708f7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422708f7c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1422708f7c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fb266a61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fb266a61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f68ccc18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f68ccc18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Neovodoo/ET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ETL service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Resources and microservices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888350" y="3663675"/>
            <a:ext cx="56289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Anoshenko Daniil</a:t>
            </a:r>
            <a:r>
              <a:rPr lang="en-GB" sz="1800">
                <a:solidFill>
                  <a:srgbClr val="FF0000"/>
                </a:solidFill>
              </a:rPr>
              <a:t> will get access to the K8s cluster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description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highlight>
                  <a:schemeClr val="lt1"/>
                </a:highlight>
              </a:rPr>
              <a:t>ETL service for private data cleansing Data quality and availability is important for applications running in the framework. The framework defines so-called data modules stored on S3 or in a RDBMS. A data module is described by a json-ld compatible metadata, a collection protocol and the versioned data. The ETL service would extract data from internal corporate systems, cleanse, merge, anonymize, transform the data and upload it to a new version of a data module. Then the module can be used by machine learning applications deployed on the framework.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Team: Anoshenko Daniil, Rogoza Kirill, Sergey Rogachev, Pham Manh, Denune Pravira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Repo: </a:t>
            </a:r>
            <a:r>
              <a:rPr lang="en-GB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https://github.com/Neovodoo/ETL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case diagram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1475" y="572700"/>
            <a:ext cx="6400916" cy="457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case diagram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2225" y="1072950"/>
            <a:ext cx="651953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case diagram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800" y="1017725"/>
            <a:ext cx="769039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31825"/>
            <a:ext cx="9144000" cy="4323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463" y="152400"/>
            <a:ext cx="708907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/>
          <p:cNvPicPr preferRelativeResize="0"/>
          <p:nvPr/>
        </p:nvPicPr>
        <p:blipFill rotWithShape="1">
          <a:blip r:embed="rId3">
            <a:alphaModFix/>
          </a:blip>
          <a:srcRect b="0" l="0" r="0" t="33002"/>
          <a:stretch/>
        </p:blipFill>
        <p:spPr>
          <a:xfrm>
            <a:off x="1019100" y="112150"/>
            <a:ext cx="7105795" cy="5031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1338" y="152400"/>
            <a:ext cx="620132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/>
          <p:nvPr/>
        </p:nvSpPr>
        <p:spPr>
          <a:xfrm>
            <a:off x="5993450" y="2118650"/>
            <a:ext cx="3438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988" y="76200"/>
            <a:ext cx="7988021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Service diagram</a:t>
            </a:r>
            <a:endParaRPr/>
          </a:p>
        </p:txBody>
      </p:sp>
      <p:pic>
        <p:nvPicPr>
          <p:cNvPr id="112" name="Google Shape;11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2132" y="302775"/>
            <a:ext cx="6011876" cy="453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title"/>
          </p:nvPr>
        </p:nvSpPr>
        <p:spPr>
          <a:xfrm>
            <a:off x="311700" y="74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Traceability</a:t>
            </a:r>
            <a:endParaRPr/>
          </a:p>
        </p:txBody>
      </p:sp>
      <p:graphicFrame>
        <p:nvGraphicFramePr>
          <p:cNvPr id="118" name="Google Shape;118;p24"/>
          <p:cNvGraphicFramePr/>
          <p:nvPr/>
        </p:nvGraphicFramePr>
        <p:xfrm>
          <a:off x="437000" y="64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{807E0687-CE5D-4588-AF75-C249AFFD800B}</a:tableStyleId>
              </a:tblPr>
              <a:tblGrid>
                <a:gridCol w="2067500"/>
                <a:gridCol w="1840525"/>
                <a:gridCol w="2916625"/>
                <a:gridCol w="1445350"/>
              </a:tblGrid>
              <a:tr h="599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Microservice</a:t>
                      </a:r>
                      <a:br>
                        <a:rPr b="1" lang="en-GB"/>
                      </a:br>
                      <a:r>
                        <a:rPr b="1" lang="en-GB"/>
                        <a:t>(component)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Resource</a:t>
                      </a:r>
                      <a:br>
                        <a:rPr b="1" lang="en-GB"/>
                      </a:br>
                      <a:r>
                        <a:rPr b="1" lang="en-GB"/>
                        <a:t>(interface)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Domain classes in the microservice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Use case that use </a:t>
                      </a:r>
                      <a:r>
                        <a:rPr b="1" lang="en-GB"/>
                        <a:t>the</a:t>
                      </a:r>
                      <a:r>
                        <a:rPr b="1" lang="en-GB"/>
                        <a:t> microservice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599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ETL Process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Process Execution; Process Manager; Dataset Save; </a:t>
                      </a:r>
                      <a:r>
                        <a:rPr lang="en-GB" sz="9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Roles Manager;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Dataset Save; Data; Process </a:t>
                      </a:r>
                      <a:r>
                        <a:rPr lang="en-GB" sz="1000"/>
                        <a:t>Manager</a:t>
                      </a:r>
                      <a:r>
                        <a:rPr lang="en-GB" sz="1000"/>
                        <a:t>; </a:t>
                      </a:r>
                      <a:r>
                        <a:rPr lang="en-GB" sz="1000"/>
                        <a:t>ETL </a:t>
                      </a:r>
                      <a:r>
                        <a:rPr lang="en-GB" sz="1000"/>
                        <a:t>Description</a:t>
                      </a:r>
                      <a:r>
                        <a:rPr lang="en-GB" sz="1000"/>
                        <a:t>; Process Manager; ETL Process; Extract process; </a:t>
                      </a: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Cleanse </a:t>
                      </a: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process; Anonymize process; Transform process; Merge process; Output Dataset; Dataset Storage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Run process; Configure process; Terminate service; Restart service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9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Previous Datasets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Dataset Save; </a:t>
                      </a:r>
                      <a:r>
                        <a:rPr lang="en-GB" sz="9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Roles Manager; Previous Datasets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Dataset Save; Dataset Storage; Dataset; Search Datasets; Previous Datasets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Get previous datasets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599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Configure Sources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Configuration Manager; </a:t>
                      </a:r>
                      <a:r>
                        <a:rPr lang="en-GB" sz="9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Roles Manager;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Sources configuration; </a:t>
                      </a:r>
                      <a:r>
                        <a:rPr lang="en-GB" sz="1000"/>
                        <a:t>Configuration</a:t>
                      </a:r>
                      <a:r>
                        <a:rPr lang="en-GB" sz="1000"/>
                        <a:t> Data; Configuration Manager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Configure service; Initial service configuration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41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Access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Roles Manager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Roles Manager; Access, Permissions, Accounts Table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Initial user creation; Give permission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599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Monitoring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Monitorings; Roles Manager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Monitorings, Reporter; Report, Logger, Run, Extraction Stage Table, Cleansed Stage Table, Anonymization Stage Table, Transformation Stage Table, Merge Stage Table, Output Stage Table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Watch logs; Watch summary report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